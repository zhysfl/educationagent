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Welcome to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Microsoft YaHei"/>
              </a:rPr>
              <a:t>Today we will learn about: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Microsoft YaHei"/>
              </a:rPr>
              <a:t>1. What is Artificial Intelligence?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Microsoft YaHei"/>
              </a:rPr>
              <a:t>2. Machine Learning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Microsoft YaHei"/>
              </a:rPr>
              <a:t>3. Deep Learning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