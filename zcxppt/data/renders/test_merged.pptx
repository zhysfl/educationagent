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Welcome to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Microsoft YaHei"/>
              </a:rPr>
              <a:t>Today we will learn about: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Microsoft YaHei"/>
              </a:rPr>
              <a:t>1. What is Artificial Intelligence?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Microsoft YaHei"/>
              </a:rPr>
              <a:t>2. Machine Learning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Machine Learning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Machine learning is a subset of AI that enables systems to learn from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Key Types of Machine Learning: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Microsoft YaHei"/>
              </a:rPr>
              <a:t>Supervised Learning - Learning with labeled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Microsoft YaHei"/>
              </a:rPr>
              <a:t>Unsupervised Learning - Finding patterns in unlabeled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Microsoft YaHei"/>
              </a:rPr>
              <a:t>Reinforcement Learning - Learning through 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B1FA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Summary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Microsoft YaHei"/>
              </a:rPr>
              <a:t>What we covered today: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Microsoft YaHei"/>
              </a:rPr>
              <a:t>What is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Microsoft YaHei"/>
              </a:rPr>
              <a:t>Machine Learning and its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  <a:latin typeface="Microsoft YaHei"/>
              </a:rPr>
              <a:t>Do you have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